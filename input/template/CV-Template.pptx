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591" autoAdjust="0"/>
  </p:normalViewPr>
  <p:slideViewPr>
    <p:cSldViewPr snapToGrid="0">
      <p:cViewPr varScale="1">
        <p:scale>
          <a:sx n="57" d="100"/>
          <a:sy n="57" d="100"/>
        </p:scale>
        <p:origin x="101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3C9D1-BC63-4311-BE81-DE1A996D70C3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AE78A-232B-4C04-AF86-2252A7EBDB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16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AE78A-232B-4C04-AF86-2252A7EBDB7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4724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5C8C8C-6D61-757A-842B-3ABB7484C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A0FE5EF-7661-B779-B869-5D4E648E4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EB3CDC-5B55-FFE6-D2C7-4D73C932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DB54D6-F28A-2CE8-E636-B68FE9D6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880F64-D5B9-DC25-EFDE-B04876EC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54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2B045D-BC22-DE9C-DEAC-800E16DD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68F3C2-174B-5024-AA91-C0F50BAEB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7AF3D3-CAE3-4AFC-C8C5-DCB4B9BC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671F19-2231-B7B3-7264-3B4E1998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B11F6B-54E2-0D66-7F9C-53F4296D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50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5A162-5020-667B-8228-1839DCA8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E4A14A-6461-5266-8EF9-44A82C8B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E9F4BE-0376-3675-C638-98A662F9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49F712-4E47-F480-D7E2-CC3C6358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FC549A-CAF6-637B-ABFA-3A133BA1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35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EAB1B3-83C8-0ED0-B936-52558BB5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F03FCA-7102-022C-A249-3250B52A3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B1F17AA-D022-03AD-661B-79C6CE109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838F39-F103-DD9F-5B47-BD20D0E9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CBD0373-4508-8E31-AC92-4B7B33CE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84D5C33-C6A7-AEBA-ECD4-F3CC58A6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375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43E2C5-442F-3631-152B-FAD661FB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D5501C-F576-D63D-B38C-EF99242BD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4F43618-3561-0E14-B2F9-D5C9A8791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7E57939-C78C-CAB7-7321-5A3FFF819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2B34670-5690-85DB-18E1-D70A84CAD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45A7470-8912-2074-4F9C-CB9E3D7C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0E8352A-BF74-F66B-6F4C-72DD04A0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3703DE9-42A7-6B96-A4FA-542DC4EF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162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28F4A-5935-73A1-400E-9FA954A0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FA49D29-DF0A-B834-9E32-40F46F52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CF5F72-A922-6CAC-9187-B2639F7D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CBC704-1250-4255-5910-89729955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15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9CEB99C-FE58-E472-34CA-797441AF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B04C0EA-3E63-938C-4137-FA4D2DAA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9A16BC-F325-E9CA-07EE-D648BAB2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03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C18440-3841-2F84-239F-4254809D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DD8E63-2EDC-43DC-74A8-C310D19D6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1A8C56-D3E7-7689-D1A6-9801EBF4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2BA1BA-8352-38B1-8478-344470D0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C0F2D6-5FA5-A00D-DB6A-D7DDA6CAB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DE7A9E0-4444-B0BF-DF66-EEEAD549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400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96AEA-7E1F-69A8-C5F1-B7FDB49F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595DBBB-7A4F-B660-6261-35F29B2EB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D82DC45-435F-ED17-6AF5-3BF9E3868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32DD97-5619-9650-E4A7-2B47AF2A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6FE3953-0398-F0F4-7F60-7FCAB3BB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0F2687-405B-A5C3-291C-709A3414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339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3605B4-5AAE-9D5E-F3DA-AE7E439A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49C95B2-31B1-0F80-8AF5-76C0B2935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0E76CD-CBA6-B04C-9630-55A9AC1D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CE2658-CC9E-28B9-1990-56E30CD3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4690AC-8499-D921-1A09-E60DBB2D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56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42B250E-70EC-E9DE-4DE6-775047455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957A57-A261-24E4-0DD0-7BAEA5AE0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FDD75B-7C72-727F-EC1B-0489DF75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3976F6-629F-8AE4-6B09-02CEBC7B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1CC50C-801C-ADDB-39BF-2524FC94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231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F4A86D7-8C40-D13F-2AD5-DE41EDE8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FB8D08-7CE3-8CF3-3B84-E45B3545B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527D5F-357B-B8F3-39DC-DDFC71FA6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ADC85-AD9B-4A66-A589-DE9E4ED100A1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029A15-4564-7002-AF89-703D58809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7DDFA1-A51C-3E18-240A-2A2A8F24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5B0FF-5E3B-4B8B-8862-3D61F1C75C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11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1">
            <a:extLst>
              <a:ext uri="{FF2B5EF4-FFF2-40B4-BE49-F238E27FC236}">
                <a16:creationId xmlns:a16="http://schemas.microsoft.com/office/drawing/2014/main" id="{F5A75AD8-572F-54DB-137F-D26C0246D61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b="1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{{SKILLS1}}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8B0BD5E-045E-161B-A3DD-FA4028DE9E3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{{BACKGROUND}}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2F5D01B4-D6EB-EF13-1A09-E09D700A656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2D8AA787-3984-0380-1995-727499A4348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/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  <a:ea typeface="Arial Unicode MS" pitchFamily="34" charset="-128"/>
              </a:rPr>
              <a:t>{{ESPERIENZE}}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E6958188-1E1D-6E54-5080-9570858F5BC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28" name="Line 12">
            <a:extLst>
              <a:ext uri="{FF2B5EF4-FFF2-40B4-BE49-F238E27FC236}">
                <a16:creationId xmlns:a16="http://schemas.microsoft.com/office/drawing/2014/main" id="{4888BE2D-3944-1FEF-0792-6F049CC77D23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Line 7">
            <a:extLst>
              <a:ext uri="{FF2B5EF4-FFF2-40B4-BE49-F238E27FC236}">
                <a16:creationId xmlns:a16="http://schemas.microsoft.com/office/drawing/2014/main" id="{4439D991-3C34-4FCB-6322-E0E9A06BFE01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Title 4">
            <a:extLst>
              <a:ext uri="{FF2B5EF4-FFF2-40B4-BE49-F238E27FC236}">
                <a16:creationId xmlns:a16="http://schemas.microsoft.com/office/drawing/2014/main" id="{78AD281D-E4DC-0DF0-694A-F737BF223C05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46313079-3FA8-884A-93A0-29674EFD1986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FB532380-93D7-5EC9-6496-9F7612CF3A4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CC184D5A-E4E5-C843-D749-8CBED3B45DF4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b="1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{{LINGUE}}</a:t>
            </a:r>
            <a:endParaRPr lang="en-US" altLang="ja-JP" sz="900" b="1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8B9259D3-5C79-4C2D-3CF4-43ECC09F6D0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46104BD3-177B-6E00-7622-83A18A9ADA58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E6E8100F-B5B6-3B42-B00A-31C828E9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38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C8FA3730-DBC4-C30D-AA12-78170472977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  <p:sp>
        <p:nvSpPr>
          <p:cNvPr id="39" name="Rectangle 11">
            <a:extLst>
              <a:ext uri="{FF2B5EF4-FFF2-40B4-BE49-F238E27FC236}">
                <a16:creationId xmlns:a16="http://schemas.microsoft.com/office/drawing/2014/main" id="{ED85E31B-0E9B-05B3-4D41-F895D9FF8E84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657658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b="1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{{SKILLS2}}</a:t>
            </a:r>
          </a:p>
        </p:txBody>
      </p:sp>
    </p:spTree>
    <p:extLst>
      <p:ext uri="{BB962C8B-B14F-4D97-AF65-F5344CB8AC3E}">
        <p14:creationId xmlns:p14="http://schemas.microsoft.com/office/powerpoint/2010/main" val="25609308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Calibri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Palmiotti, Pierpaolo</dc:creator>
  <cp:lastModifiedBy>Palmiotti, Pierpaolo</cp:lastModifiedBy>
  <cp:revision>1</cp:revision>
  <dcterms:created xsi:type="dcterms:W3CDTF">2026-03-06T13:49:32Z</dcterms:created>
  <dcterms:modified xsi:type="dcterms:W3CDTF">2026-03-06T13:59:48Z</dcterms:modified>
</cp:coreProperties>
</file>