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1.xml"/><Relationship Id="rId15" Type="http://schemas.microsoft.com/office/2018/10/relationships/comments" Target="../comments/modernComment_7FFFD3CB_64F54868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669803"/>
            <a:ext cx="4383167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Gestione delle relazioni con i clienti</a:t>
            </a:r>
          </a:p>
          <a:p>
            <a:pPr>
              <a:defRPr sz="1100">
                <a:latin typeface="Arial"/>
              </a:defRPr>
            </a:pPr>
            <a:r>
              <a:t>Data Modeling</a:t>
            </a:r>
          </a:p>
          <a:p>
            <a:pPr>
              <a:defRPr sz="1100">
                <a:latin typeface="Arial"/>
              </a:defRPr>
            </a:pPr>
            <a:r>
              <a:t>Dashboarding</a:t>
            </a:r>
          </a:p>
          <a:p>
            <a:pPr>
              <a:defRPr sz="1100">
                <a:latin typeface="Arial"/>
              </a:defRPr>
            </a:pPr>
            <a:r>
              <a:t>Data Integration</a:t>
            </a:r>
          </a:p>
          <a:p>
            <a:pPr>
              <a:defRPr sz="1100">
                <a:latin typeface="Arial"/>
              </a:defRPr>
            </a:pPr>
            <a:r>
              <a:t>Business Intelligence e analisi dei dati</a:t>
            </a:r>
          </a:p>
          <a:p>
            <a:pPr>
              <a:defRPr sz="1100">
                <a:latin typeface="Arial"/>
              </a:defRPr>
            </a:pPr>
            <a:r>
              <a:t>Conoscenza settoriale nei comparti viaggi, servizi bancari, beni di consumo, automotive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Senior Analyst in Accenture DATA&amp;AI con laurea in Scienze Statistiche ed Economiche presso l’Università degli Studi di Napoli Parthenope e 8 anni di esperienza nella reportistica con Tableau, Power BI e Oracle Publisher. Esperta nella progettazione e implementazione di architetture di Business Intelligence, sviluppo di dashboard e analytics, gestione di processi ETL e scrittura di query SQL per estrazione e manipolazione dati. Ha lavorato su progetti multidisciplinari per vari clienti nei settori banking, energy e telco, coordinando team e promuovendo innovazione nella gestione dei dati.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Accenture (8 anni): Senior Analyst – Specialista in Data &amp; Analytics. Supervisione della manutenzione e ottimizzazione di applicazioni per diversi clienti, gestione di team su progetti multidisciplinari, sviluppo di soluzioni avanzate di business intelligence con SQL, Tableau e Power BI.</a:t>
            </a:r>
          </a:p>
          <a:p>
            <a:pPr>
              <a:defRPr sz="1000">
                <a:latin typeface="Arial"/>
              </a:defRPr>
            </a:pPr>
            <a:r>
              <a:t>• Poste Italiane (TELCO) (): Responsabile dell’analisi dei dati, reportistica e visualizzazione con Tableau e SQL Server. Gestione dei processi ETL, sviluppo e mantenimento di dashboard e report per migliorare l’efficienza operativa.</a:t>
            </a:r>
          </a:p>
          <a:p>
            <a:pPr>
              <a:defRPr sz="1000">
                <a:latin typeface="Arial"/>
              </a:defRPr>
            </a:pPr>
            <a:r>
              <a:t>• Settore Banking (): Responsabile del servizio AM per il gruppo ETL su ambienti SQL Server e Unix. Gestione dei ticket e delle richieste evolutive, coordinamento dei servizi di reportistica, integrazione dati con componenti .NET.</a:t>
            </a:r>
          </a:p>
          <a:p>
            <a:pPr>
              <a:defRPr sz="1000">
                <a:latin typeface="Arial"/>
              </a:defRPr>
            </a:pPr>
            <a:r>
              <a:t>• Settore Energy (): Coordinamento di team cross-funzionali, gestione delle relazioni con il cliente, ottimizzazione delle performance e miglioramento dei processi, promozione dell’innovazione nella gestione dei dati.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Senior Analyst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5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5</cp:revision>
  <dcterms:created xsi:type="dcterms:W3CDTF">2025-11-27T11:25:21Z</dcterms:created>
  <dcterms:modified xsi:type="dcterms:W3CDTF">2025-12-01T15:11:41Z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