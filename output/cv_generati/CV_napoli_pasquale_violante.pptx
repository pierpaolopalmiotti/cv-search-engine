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1.xml"/><Relationship Id="rId16" Type="http://schemas.microsoft.com/office/2018/10/relationships/comments" Target="../comments/modernComment_7FFFD3CB_64F54868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SQL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  <a:p>
            <a:pPr>
              <a:defRPr sz="1100">
                <a:latin typeface="Arial"/>
              </a:defRPr>
            </a:pPr>
            <a:r>
              <a:t>Bash</a:t>
            </a:r>
          </a:p>
          <a:p>
            <a:pPr>
              <a:defRPr sz="1100">
                <a:latin typeface="Arial"/>
              </a:defRPr>
            </a:pPr>
            <a:r>
              <a:t>Azure</a:t>
            </a:r>
          </a:p>
          <a:p>
            <a:pPr>
              <a:defRPr sz="1100">
                <a:latin typeface="Arial"/>
              </a:defRPr>
            </a:pPr>
            <a:r>
              <a:t>Databricks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Gestione e monitoraggio di flussi dati su piattaforme Azure e Databricks. Sviluppo di automatismi e allarmi in Python. Gestione di flussi dati in tempo reale tramite Kafka e monitoraggio dell’affidabilità del sistema. Sviluppo e ottimizzazione di query SQL per estrazione e trasformazione dei dati. Gestione segnalazioni e ticket. Data Eng, Mgmt and Governance Analyst da 3 anni in Accenture.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(3 anni): Data Eng, Mgmt and Governance Analyst: gestione e monitoraggio flussi dati, sviluppo automatismi e allarmi, gestione flussi dati in tempo reale, ottimizzazione query SQL, gestione segnalazioni e ticket.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Data Eng, Mgmt and Governance Analyst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BA645E77-05F9-21FB-E773-2F125EAD9FA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657658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Datafactory</a:t>
            </a:r>
          </a:p>
          <a:p>
            <a:pPr>
              <a:defRPr sz="1100">
                <a:latin typeface="Arial"/>
              </a:defRPr>
            </a:pPr>
            <a:r>
              <a:t>PowerBI</a:t>
            </a:r>
          </a:p>
          <a:p>
            <a:pPr>
              <a:defRPr sz="1100">
                <a:latin typeface="Arial"/>
              </a:defRPr>
            </a:pPr>
            <a:r>
              <a:t>Kafka</a:t>
            </a:r>
          </a:p>
          <a:p>
            <a:pPr>
              <a:defRPr sz="1100">
                <a:latin typeface="Arial"/>
              </a:defRPr>
            </a:pPr>
            <a:r>
              <a:t>MongoDB</a:t>
            </a:r>
          </a:p>
          <a:p>
            <a:pPr>
              <a:defRPr sz="1100">
                <a:latin typeface="Arial"/>
              </a:defRPr>
            </a:pPr>
            <a:r>
              <a:t>Elasticsearch</a:t>
            </a:r>
          </a:p>
        </p:txBody>
      </p:sp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2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6</cp:revision>
  <dcterms:created xsi:type="dcterms:W3CDTF">2025-11-27T11:25:21Z</dcterms:created>
  <dcterms:modified xsi:type="dcterms:W3CDTF">2026-02-19T21:40:45Z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