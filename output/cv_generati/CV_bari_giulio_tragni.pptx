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Analisi dati</a:t>
            </a:r>
          </a:p>
          <a:p>
            <a:pPr>
              <a:defRPr sz="1100">
                <a:latin typeface="Arial"/>
              </a:defRPr>
            </a:pPr>
            <a:r>
              <a:t>Sviluppo procedure SQL</a:t>
            </a:r>
          </a:p>
          <a:p>
            <a:pPr>
              <a:defRPr sz="1100">
                <a:latin typeface="Arial"/>
              </a:defRPr>
            </a:pPr>
            <a:r>
              <a:t>Sviluppo Microservizi in Scala</a:t>
            </a:r>
          </a:p>
          <a:p>
            <a:pPr>
              <a:defRPr sz="1100">
                <a:latin typeface="Arial"/>
              </a:defRPr>
            </a:pPr>
            <a:r>
              <a:t>Progettazione pipeline Nifi</a:t>
            </a:r>
          </a:p>
          <a:p>
            <a:pPr>
              <a:defRPr sz="1100">
                <a:latin typeface="Arial"/>
              </a:defRPr>
            </a:pPr>
            <a:r>
              <a:t>Gestione configurazioni AWS</a:t>
            </a:r>
          </a:p>
          <a:p>
            <a:pPr>
              <a:defRPr sz="1100">
                <a:latin typeface="Arial"/>
              </a:defRPr>
            </a:pPr>
            <a:r>
              <a:t>Attività di AM infrastruttura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Consulente con esperienza in Financial Services, AML, Risk &amp; Compliance, sviluppo e analisi di pipeline dati, cybersicurezza e gestione flussi su AWS.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(Due anni e mezzo): Esperienza nei Financial Services per un primario gruppo bancario europeo, con focus su AML, Risk &amp; Compliance.</a:t>
            </a:r>
          </a:p>
          <a:p>
            <a:pPr>
              <a:defRPr sz="1000">
                <a:latin typeface="Arial"/>
              </a:defRPr>
            </a:pPr>
            <a:r>
              <a:t>• Accenture (Tre anni): Sviluppo e analisi di strutture e pipeline per ingestion, manipulation e publication di dati.</a:t>
            </a:r>
          </a:p>
          <a:p>
            <a:pPr>
              <a:defRPr sz="1000">
                <a:latin typeface="Arial"/>
              </a:defRPr>
            </a:pPr>
            <a:r>
              <a:t>• Cybersicurezza (Settembre 2022 – presente): Analisi dati, sviluppo procedure SQL e microservizi in Scala, progettazione pipeline Nifi, attività di AM sull’infrastruttura.</a:t>
            </a:r>
          </a:p>
          <a:p>
            <a:pPr>
              <a:defRPr sz="1000">
                <a:latin typeface="Arial"/>
              </a:defRPr>
            </a:pPr>
            <a:r>
              <a:t>• Azienda di alta moda (Agosto 2025 – presente): Gestione CR e aggiornamento configurazioni su flussi Scala su AWS.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Analyst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