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Program Management</a:t>
            </a:r>
          </a:p>
          <a:p>
            <a:pPr>
              <a:defRPr sz="1100">
                <a:latin typeface="Arial"/>
              </a:defRPr>
            </a:pPr>
            <a:r>
              <a:t>Data Strategy</a:t>
            </a:r>
          </a:p>
          <a:p>
            <a:pPr>
              <a:defRPr sz="1100">
                <a:latin typeface="Arial"/>
              </a:defRPr>
            </a:pPr>
            <a:r>
              <a:t>Data Assessment (architettura, adozione, maturità, cultura)</a:t>
            </a:r>
          </a:p>
          <a:p>
            <a:pPr>
              <a:defRPr sz="1100">
                <a:latin typeface="Arial"/>
              </a:defRPr>
            </a:pPr>
            <a:r>
              <a:t>Progettazione e adozione modello operativo Data &amp; Analytics</a:t>
            </a:r>
          </a:p>
          <a:p>
            <a:pPr>
              <a:defRPr sz="1100">
                <a:latin typeface="Arial"/>
              </a:defRPr>
            </a:pPr>
            <a:r>
              <a:t>Data &amp; AI Strategy</a:t>
            </a:r>
          </a:p>
          <a:p>
            <a:pPr>
              <a:defRPr sz="1100">
                <a:latin typeface="Arial"/>
              </a:defRPr>
            </a:pPr>
            <a:r>
              <a:t>Digital strategy and implementation</a:t>
            </a:r>
          </a:p>
          <a:p>
            <a:pPr>
              <a:defRPr sz="1100">
                <a:latin typeface="Arial"/>
              </a:defRPr>
            </a:pPr>
            <a:r>
              <a:t>Analytics and Data Monetization</a:t>
            </a:r>
          </a:p>
          <a:p>
            <a:pPr>
              <a:defRPr sz="1100">
                <a:latin typeface="Arial"/>
              </a:defRPr>
            </a:pPr>
            <a:r>
              <a:t>Governance programmi di implementazione su larga scala</a:t>
            </a:r>
          </a:p>
          <a:p>
            <a:pPr>
              <a:defRPr sz="1100">
                <a:latin typeface="Arial"/>
              </a:defRPr>
            </a:pPr>
            <a:r>
              <a:t>Gestione team multiculturali</a:t>
            </a:r>
          </a:p>
          <a:p>
            <a:pPr>
              <a:defRPr sz="1100">
                <a:latin typeface="Arial"/>
              </a:defRPr>
            </a:pPr>
            <a:r>
              <a:t>Metodologia Agile</a:t>
            </a:r>
          </a:p>
          <a:p>
            <a:pPr>
              <a:defRPr sz="1100">
                <a:latin typeface="Arial"/>
              </a:defRPr>
            </a:pPr>
            <a:r>
              <a:t>Collaborazione smart</a:t>
            </a:r>
          </a:p>
          <a:p>
            <a:pPr>
              <a:defRPr sz="1100">
                <a:latin typeface="Arial"/>
              </a:defRPr>
            </a:pPr>
            <a:r>
              <a:t>AWS Glue</a:t>
            </a:r>
          </a:p>
          <a:p>
            <a:pPr>
              <a:defRPr sz="1100">
                <a:latin typeface="Arial"/>
              </a:defRPr>
            </a:pPr>
            <a:r>
              <a:t>Power BI</a:t>
            </a:r>
          </a:p>
          <a:p>
            <a:pPr>
              <a:defRPr sz="1100">
                <a:latin typeface="Arial"/>
              </a:defRPr>
            </a:pPr>
            <a:r>
              <a:t>Talend</a:t>
            </a:r>
          </a:p>
          <a:p>
            <a:pPr>
              <a:defRPr sz="1100">
                <a:latin typeface="Arial"/>
              </a:defRPr>
            </a:pPr>
            <a:r>
              <a:t>Microsoft Azure Databricks</a:t>
            </a:r>
          </a:p>
          <a:p>
            <a:pPr>
              <a:defRPr sz="1100">
                <a:latin typeface="Arial"/>
              </a:defRPr>
            </a:pPr>
            <a:r>
              <a:t>IBM Datastage</a:t>
            </a:r>
          </a:p>
          <a:p>
            <a:pPr>
              <a:defRPr sz="1100">
                <a:latin typeface="Arial"/>
              </a:defRPr>
            </a:pPr>
            <a:r>
              <a:t>Oracle DB</a:t>
            </a:r>
          </a:p>
          <a:p>
            <a:pPr>
              <a:defRPr sz="1100">
                <a:latin typeface="Arial"/>
              </a:defRPr>
            </a:pPr>
            <a:r>
              <a:t>SAS VA</a:t>
            </a:r>
          </a:p>
          <a:p>
            <a:pPr>
              <a:defRPr sz="1100">
                <a:latin typeface="Arial"/>
              </a:defRPr>
            </a:pPr>
            <a:r>
              <a:t>Google Cloud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17 anni di esperienza in progetti DATA/BI. Attualmente Application Maintenance Specialist presso ATC Italia, BU DATA&amp;AI. Profonda conoscenza del settore e degli obiettivi dell'organizzazione, con notevole capacità di guidare e motivare team tecnici e professionali. Esperto in metodologie Agile e strumenti di collaborazione innovativi. Gestione di circa 10 progetti di manutenzione applicativa per diversi clienti, con un team di oltre 50 risorse in contesti multi-competenze e multi-progetto.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(KIKO Cosmetics) (): AM Service Lead per il team di integrazione dati su Talend. Gestione Ticket/EVO e servizi di Reporting. Piattaforma dati sviluppata in AWS Glue con Power BI.</a:t>
            </a:r>
          </a:p>
          <a:p>
            <a:pPr>
              <a:defRPr sz="1000">
                <a:latin typeface="Arial"/>
              </a:defRPr>
            </a:pPr>
            <a:r>
              <a:t>• Accenture (Plenitude/Saipem/A2A) (): Team Leader di oltre 25 risorse per Manutenzione Applicativa ed EVO/AD su Datawarehouse. Tecnologie: Microsoft Azure Databricks, IBM Datastage, Oracle DB, SAS VA, Power BI.</a:t>
            </a:r>
          </a:p>
          <a:p>
            <a:pPr>
              <a:defRPr sz="1000">
                <a:latin typeface="Arial"/>
              </a:defRPr>
            </a:pPr>
            <a:r>
              <a:t>• Accenture (Fastweb – Wind – TIM) (): Application Support Team Leader per operatori Telco. Responsabile servizi di Manutenzione Applicativa, monitoraggio qualità, gestione transizione, procedure, strumenti e documentazione. Gestione team e relazioni con clienti, fornitori e altri team di sviluppo. Attualmente coinvolto in progetto di migrazione verso Google Cloud.</a:t>
            </a:r>
          </a:p>
          <a:p>
            <a:pPr>
              <a:defRPr sz="1000">
                <a:latin typeface="Arial"/>
              </a:defRPr>
            </a:pPr>
            <a:r>
              <a:t>• Accenture (Deutsche Bank) (): AM Service Manager.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