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.xml"/><Relationship Id="rId15" Type="http://schemas.microsoft.com/office/2018/10/relationships/comments" Target="../comments/modernComment_7FFFD3CB_64F54868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669803"/>
            <a:ext cx="4383167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Programmazione microservizi</a:t>
            </a:r>
          </a:p>
          <a:p>
            <a:pPr>
              <a:defRPr sz="1100">
                <a:latin typeface="Arial"/>
              </a:defRPr>
            </a:pPr>
            <a:r>
              <a:t>Data Modeling</a:t>
            </a:r>
          </a:p>
          <a:p>
            <a:pPr>
              <a:defRPr sz="1100">
                <a:latin typeface="Arial"/>
              </a:defRPr>
            </a:pPr>
            <a:r>
              <a:t>Ingestion &amp; Search</a:t>
            </a:r>
          </a:p>
          <a:p>
            <a:pPr>
              <a:defRPr sz="1100">
                <a:latin typeface="Arial"/>
              </a:defRPr>
            </a:pPr>
            <a:r>
              <a:t>Event Streaming</a:t>
            </a:r>
          </a:p>
          <a:p>
            <a:pPr>
              <a:defRPr sz="1100">
                <a:latin typeface="Arial"/>
              </a:defRPr>
            </a:pPr>
            <a:r>
              <a:t>DevOps</a:t>
            </a:r>
          </a:p>
          <a:p>
            <a:pPr>
              <a:defRPr sz="1100">
                <a:latin typeface="Arial"/>
              </a:defRPr>
            </a:pPr>
            <a:r>
              <a:t>CI/CD</a:t>
            </a:r>
          </a:p>
          <a:p>
            <a:pPr>
              <a:defRPr sz="1100">
                <a:latin typeface="Arial"/>
              </a:defRPr>
            </a:pPr>
            <a:r>
              <a:t>Data Quality</a:t>
            </a:r>
          </a:p>
          <a:p>
            <a:pPr>
              <a:defRPr sz="1100">
                <a:latin typeface="Arial"/>
              </a:defRPr>
            </a:pPr>
            <a:r>
              <a:t>Python</a:t>
            </a:r>
          </a:p>
          <a:p>
            <a:pPr>
              <a:defRPr sz="1100">
                <a:latin typeface="Arial"/>
              </a:defRPr>
            </a:pPr>
            <a:r>
              <a:t>Scala</a:t>
            </a:r>
          </a:p>
          <a:p>
            <a:pPr>
              <a:defRPr sz="1100">
                <a:latin typeface="Arial"/>
              </a:defRPr>
            </a:pPr>
            <a:r>
              <a:t>SQL</a:t>
            </a:r>
          </a:p>
          <a:p>
            <a:pPr>
              <a:defRPr sz="1100">
                <a:latin typeface="Arial"/>
              </a:defRPr>
            </a:pPr>
            <a:r>
              <a:t>Java</a:t>
            </a:r>
          </a:p>
          <a:p>
            <a:pPr>
              <a:defRPr sz="1100">
                <a:latin typeface="Arial"/>
              </a:defRPr>
            </a:pPr>
            <a:r>
              <a:t>PostgreSQL</a:t>
            </a:r>
          </a:p>
          <a:p>
            <a:pPr>
              <a:defRPr sz="1100">
                <a:latin typeface="Arial"/>
              </a:defRPr>
            </a:pPr>
            <a:r>
              <a:t>Elasticsearch</a:t>
            </a:r>
          </a:p>
          <a:p>
            <a:pPr>
              <a:defRPr sz="1100">
                <a:latin typeface="Arial"/>
              </a:defRPr>
            </a:pPr>
            <a:r>
              <a:t>Docker</a:t>
            </a:r>
          </a:p>
          <a:p>
            <a:pPr>
              <a:defRPr sz="1100">
                <a:latin typeface="Arial"/>
              </a:defRPr>
            </a:pPr>
            <a:r>
              <a:t>Kubernetes</a:t>
            </a:r>
          </a:p>
          <a:p>
            <a:pPr>
              <a:defRPr sz="1100">
                <a:latin typeface="Arial"/>
              </a:defRPr>
            </a:pPr>
            <a:r>
              <a:t>OpenShift</a:t>
            </a:r>
          </a:p>
          <a:p>
            <a:pPr>
              <a:defRPr sz="1100">
                <a:latin typeface="Arial"/>
              </a:defRPr>
            </a:pPr>
            <a:r>
              <a:t>Kafka</a:t>
            </a:r>
          </a:p>
          <a:p>
            <a:pPr>
              <a:defRPr sz="1100">
                <a:latin typeface="Arial"/>
              </a:defRPr>
            </a:pPr>
            <a:r>
              <a:t>Swagger</a:t>
            </a:r>
          </a:p>
          <a:p>
            <a:pPr>
              <a:defRPr sz="1100">
                <a:latin typeface="Arial"/>
              </a:defRPr>
            </a:pPr>
            <a:r>
              <a:t>Flyway</a:t>
            </a:r>
          </a:p>
          <a:p>
            <a:pPr>
              <a:defRPr sz="1100">
                <a:latin typeface="Arial"/>
              </a:defRPr>
            </a:pPr>
            <a:r>
              <a:t>Git</a:t>
            </a:r>
          </a:p>
          <a:p>
            <a:pPr>
              <a:defRPr sz="1100">
                <a:latin typeface="Arial"/>
              </a:defRPr>
            </a:pPr>
            <a:r>
              <a:t>Azure DevOps</a:t>
            </a:r>
          </a:p>
          <a:p>
            <a:pPr>
              <a:defRPr sz="1100">
                <a:latin typeface="Arial"/>
              </a:defRPr>
            </a:pPr>
            <a:r>
              <a:t>Apache NiFi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Consulente con circa 3 anni di esperienza in Accenture nell’ambito Public Services – Data Platform. Progetta e implementa soluzioni data-driven basate su microservizi Python/Scala, ETL/ELT ed event streaming, a supporto di ricerca, analytics e processi DevOps end-to-end.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Accenture (circa 3 anni): Sviluppo e progettazione di soluzioni data-driven per la Pubblica Amministrazione: microservizi containerizzati, pipeline di ingestione dati, ottimizzazione query e template per ricerca full-text e analytics, gestione CI/CD, migrazioni e versionamento codice, consolidamento e deduplica dati, sviluppo componenti di data loading e ottimizzazione performance.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{{RUOLO}}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5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5</cp:revision>
  <dcterms:created xsi:type="dcterms:W3CDTF">2025-11-27T11:25:21Z</dcterms:created>
  <dcterms:modified xsi:type="dcterms:W3CDTF">2025-12-01T15:11:41Z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