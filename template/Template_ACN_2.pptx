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6"/>
  </p:notesMasterIdLst>
  <p:sldIdLst>
    <p:sldId id="386" r:id="rId5"/>
  </p:sldIdLst>
  <p:sldSz cx="12192000" cy="6858000"/>
  <p:notesSz cx="6858000" cy="9144000"/>
  <p:embeddedFontLst>
    <p:embeddedFont>
      <p:font typeface="Graphik" panose="020B0503030202060203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71B52-F9E6-4279-A79A-EBF1D33BA6B1}" v="2" dt="2025-10-21T10:23:32.611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82826" autoAdjust="0"/>
  </p:normalViewPr>
  <p:slideViewPr>
    <p:cSldViewPr snapToGrid="0" showGuides="1">
      <p:cViewPr varScale="1">
        <p:scale>
          <a:sx n="102" d="100"/>
          <a:sy n="102" d="100"/>
        </p:scale>
        <p:origin x="1032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a, Antonio" userId="6295abe1-a071-42ee-8efe-2326a142e189" providerId="ADAL" clId="{47E23CDE-21A5-4485-A791-9F009A51DBE0}"/>
    <pc:docChg chg="undo custSel modSld">
      <pc:chgData name="Ruta, Antonio" userId="6295abe1-a071-42ee-8efe-2326a142e189" providerId="ADAL" clId="{47E23CDE-21A5-4485-A791-9F009A51DBE0}" dt="2025-10-21T10:24:51.790" v="178" actId="1076"/>
      <pc:docMkLst>
        <pc:docMk/>
      </pc:docMkLst>
      <pc:sldChg chg="delSp modSp mod">
        <pc:chgData name="Ruta, Antonio" userId="6295abe1-a071-42ee-8efe-2326a142e189" providerId="ADAL" clId="{47E23CDE-21A5-4485-A791-9F009A51DBE0}" dt="2025-10-21T10:24:51.790" v="178" actId="1076"/>
        <pc:sldMkLst>
          <pc:docMk/>
          <pc:sldMk cId="3837874670" sldId="386"/>
        </pc:sldMkLst>
        <pc:spChg chg="mod">
          <ac:chgData name="Ruta, Antonio" userId="6295abe1-a071-42ee-8efe-2326a142e189" providerId="ADAL" clId="{47E23CDE-21A5-4485-A791-9F009A51DBE0}" dt="2025-10-21T10:22:52.400" v="116" actId="20577"/>
          <ac:spMkLst>
            <pc:docMk/>
            <pc:sldMk cId="3837874670" sldId="386"/>
            <ac:spMk id="8" creationId="{EB313AA7-2D87-BE4E-8B70-23D1E6A4CD13}"/>
          </ac:spMkLst>
        </pc:spChg>
        <pc:spChg chg="mod">
          <ac:chgData name="Ruta, Antonio" userId="6295abe1-a071-42ee-8efe-2326a142e189" providerId="ADAL" clId="{47E23CDE-21A5-4485-A791-9F009A51DBE0}" dt="2025-10-21T10:24:51.790" v="178" actId="1076"/>
          <ac:spMkLst>
            <pc:docMk/>
            <pc:sldMk cId="3837874670" sldId="386"/>
            <ac:spMk id="12" creationId="{CCB01D83-5D70-FD4B-82A8-569B9CE139AA}"/>
          </ac:spMkLst>
        </pc:spChg>
        <pc:spChg chg="mod">
          <ac:chgData name="Ruta, Antonio" userId="6295abe1-a071-42ee-8efe-2326a142e189" providerId="ADAL" clId="{47E23CDE-21A5-4485-A791-9F009A51DBE0}" dt="2025-10-21T10:22:46.068" v="104" actId="20577"/>
          <ac:spMkLst>
            <pc:docMk/>
            <pc:sldMk cId="3837874670" sldId="386"/>
            <ac:spMk id="15" creationId="{E209C03F-B117-D249-95F7-E80C36EC2009}"/>
          </ac:spMkLst>
        </pc:spChg>
        <pc:spChg chg="mod">
          <ac:chgData name="Ruta, Antonio" userId="6295abe1-a071-42ee-8efe-2326a142e189" providerId="ADAL" clId="{47E23CDE-21A5-4485-A791-9F009A51DBE0}" dt="2025-10-21T10:23:47.264" v="170" actId="20577"/>
          <ac:spMkLst>
            <pc:docMk/>
            <pc:sldMk cId="3837874670" sldId="386"/>
            <ac:spMk id="17" creationId="{458A8126-5E80-584F-B068-3218BAB5D91A}"/>
          </ac:spMkLst>
        </pc:spChg>
        <pc:spChg chg="mod">
          <ac:chgData name="Ruta, Antonio" userId="6295abe1-a071-42ee-8efe-2326a142e189" providerId="ADAL" clId="{47E23CDE-21A5-4485-A791-9F009A51DBE0}" dt="2025-10-21T10:24:12.781" v="173" actId="20577"/>
          <ac:spMkLst>
            <pc:docMk/>
            <pc:sldMk cId="3837874670" sldId="386"/>
            <ac:spMk id="22" creationId="{9096577F-379B-4494-BD72-A9A7C21AAE87}"/>
          </ac:spMkLst>
        </pc:spChg>
        <pc:spChg chg="mod">
          <ac:chgData name="Ruta, Antonio" userId="6295abe1-a071-42ee-8efe-2326a142e189" providerId="ADAL" clId="{47E23CDE-21A5-4485-A791-9F009A51DBE0}" dt="2025-10-21T10:24:43.482" v="176" actId="1076"/>
          <ac:spMkLst>
            <pc:docMk/>
            <pc:sldMk cId="3837874670" sldId="386"/>
            <ac:spMk id="24" creationId="{F9B8C219-BB2E-D844-A4BE-9CBEED4794A9}"/>
          </ac:spMkLst>
        </pc:spChg>
        <pc:spChg chg="mod">
          <ac:chgData name="Ruta, Antonio" userId="6295abe1-a071-42ee-8efe-2326a142e189" providerId="ADAL" clId="{47E23CDE-21A5-4485-A791-9F009A51DBE0}" dt="2025-10-21T10:24:36.705" v="175" actId="1076"/>
          <ac:spMkLst>
            <pc:docMk/>
            <pc:sldMk cId="3837874670" sldId="386"/>
            <ac:spMk id="26" creationId="{86404409-A148-B64F-B7FD-00C2B488842F}"/>
          </ac:spMkLst>
        </pc:spChg>
        <pc:picChg chg="mod">
          <ac:chgData name="Ruta, Antonio" userId="6295abe1-a071-42ee-8efe-2326a142e189" providerId="ADAL" clId="{47E23CDE-21A5-4485-A791-9F009A51DBE0}" dt="2025-10-21T10:24:44.375" v="177" actId="1076"/>
          <ac:picMkLst>
            <pc:docMk/>
            <pc:sldMk cId="3837874670" sldId="386"/>
            <ac:picMk id="3" creationId="{73E86665-60E5-4145-AC9F-FE5E63D99AE9}"/>
          </ac:picMkLst>
        </pc:picChg>
        <pc:picChg chg="del">
          <ac:chgData name="Ruta, Antonio" userId="6295abe1-a071-42ee-8efe-2326a142e189" providerId="ADAL" clId="{47E23CDE-21A5-4485-A791-9F009A51DBE0}" dt="2025-10-21T10:24:27.548" v="174" actId="478"/>
          <ac:picMkLst>
            <pc:docMk/>
            <pc:sldMk cId="3837874670" sldId="386"/>
            <ac:picMk id="9" creationId="{C66E1CF5-F9D3-D85D-3ADD-DBCA55382AB3}"/>
          </ac:picMkLst>
        </pc:picChg>
      </pc:sldChg>
    </pc:docChg>
  </pc:docChgLst>
  <pc:docChgLst>
    <pc:chgData name="Basile, Giovanni" userId="80d7c0b9-38ae-420f-9b23-bdd00a9a0ddc" providerId="ADAL" clId="{14064F3C-236E-4D2B-97BA-AEE3690889B8}"/>
    <pc:docChg chg="custSel modSld">
      <pc:chgData name="Basile, Giovanni" userId="80d7c0b9-38ae-420f-9b23-bdd00a9a0ddc" providerId="ADAL" clId="{14064F3C-236E-4D2B-97BA-AEE3690889B8}" dt="2025-10-15T10:20:51.449" v="35"/>
      <pc:docMkLst>
        <pc:docMk/>
      </pc:docMkLst>
      <pc:sldChg chg="addSp delSp modSp mod">
        <pc:chgData name="Basile, Giovanni" userId="80d7c0b9-38ae-420f-9b23-bdd00a9a0ddc" providerId="ADAL" clId="{14064F3C-236E-4D2B-97BA-AEE3690889B8}" dt="2025-10-15T10:20:51.449" v="35"/>
        <pc:sldMkLst>
          <pc:docMk/>
          <pc:sldMk cId="3837874670" sldId="386"/>
        </pc:sldMkLst>
        <pc:spChg chg="mod">
          <ac:chgData name="Basile, Giovanni" userId="80d7c0b9-38ae-420f-9b23-bdd00a9a0ddc" providerId="ADAL" clId="{14064F3C-236E-4D2B-97BA-AEE3690889B8}" dt="2025-10-15T10:20:51.449" v="35"/>
          <ac:spMkLst>
            <pc:docMk/>
            <pc:sldMk cId="3837874670" sldId="386"/>
            <ac:spMk id="8" creationId="{EB313AA7-2D87-BE4E-8B70-23D1E6A4CD13}"/>
          </ac:spMkLst>
        </pc:spChg>
        <pc:spChg chg="mod">
          <ac:chgData name="Basile, Giovanni" userId="80d7c0b9-38ae-420f-9b23-bdd00a9a0ddc" providerId="ADAL" clId="{14064F3C-236E-4D2B-97BA-AEE3690889B8}" dt="2025-10-15T10:19:42.741" v="5" actId="20577"/>
          <ac:spMkLst>
            <pc:docMk/>
            <pc:sldMk cId="3837874670" sldId="386"/>
            <ac:spMk id="15" creationId="{E209C03F-B117-D249-95F7-E80C36EC2009}"/>
          </ac:spMkLst>
        </pc:spChg>
        <pc:picChg chg="add mod">
          <ac:chgData name="Basile, Giovanni" userId="80d7c0b9-38ae-420f-9b23-bdd00a9a0ddc" providerId="ADAL" clId="{14064F3C-236E-4D2B-97BA-AEE3690889B8}" dt="2025-10-15T10:19:16.895" v="3" actId="1076"/>
          <ac:picMkLst>
            <pc:docMk/>
            <pc:sldMk cId="3837874670" sldId="386"/>
            <ac:picMk id="9" creationId="{C66E1CF5-F9D3-D85D-3ADD-DBCA55382AB3}"/>
          </ac:picMkLst>
        </pc:picChg>
      </pc:sldChg>
    </pc:docChg>
  </pc:docChgLst>
  <pc:docChgLst>
    <pc:chgData name="Basile, Giovanni" userId="80d7c0b9-38ae-420f-9b23-bdd00a9a0ddc" providerId="ADAL" clId="{3784FB7D-998A-451A-ABF5-F74202DE0E9B}"/>
    <pc:docChg chg="modSld">
      <pc:chgData name="Basile, Giovanni" userId="80d7c0b9-38ae-420f-9b23-bdd00a9a0ddc" providerId="ADAL" clId="{3784FB7D-998A-451A-ABF5-F74202DE0E9B}" dt="2024-10-30T15:52:56.815" v="32" actId="20577"/>
      <pc:docMkLst>
        <pc:docMk/>
      </pc:docMkLst>
      <pc:sldChg chg="modSp mod">
        <pc:chgData name="Basile, Giovanni" userId="80d7c0b9-38ae-420f-9b23-bdd00a9a0ddc" providerId="ADAL" clId="{3784FB7D-998A-451A-ABF5-F74202DE0E9B}" dt="2024-10-30T15:52:56.815" v="32" actId="20577"/>
        <pc:sldMkLst>
          <pc:docMk/>
          <pc:sldMk cId="3837874670" sldId="386"/>
        </pc:sldMkLst>
      </pc:sldChg>
    </pc:docChg>
  </pc:docChgLst>
  <pc:docChgLst>
    <pc:chgData name="Basile, Giovanni" userId="80d7c0b9-38ae-420f-9b23-bdd00a9a0ddc" providerId="ADAL" clId="{DB7661D3-D291-4560-B0F5-4F06D330DB91}"/>
    <pc:docChg chg="modSld">
      <pc:chgData name="Basile, Giovanni" userId="80d7c0b9-38ae-420f-9b23-bdd00a9a0ddc" providerId="ADAL" clId="{DB7661D3-D291-4560-B0F5-4F06D330DB91}" dt="2025-01-15T15:14:59.099" v="20" actId="20577"/>
      <pc:docMkLst>
        <pc:docMk/>
      </pc:docMkLst>
      <pc:sldChg chg="modSp mod">
        <pc:chgData name="Basile, Giovanni" userId="80d7c0b9-38ae-420f-9b23-bdd00a9a0ddc" providerId="ADAL" clId="{DB7661D3-D291-4560-B0F5-4F06D330DB91}" dt="2025-01-15T15:14:59.099" v="20" actId="20577"/>
        <pc:sldMkLst>
          <pc:docMk/>
          <pc:sldMk cId="3837874670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65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ccenture Gradient Dark">
            <a:extLst>
              <a:ext uri="{FF2B5EF4-FFF2-40B4-BE49-F238E27FC236}">
                <a16:creationId xmlns:a16="http://schemas.microsoft.com/office/drawing/2014/main" id="{C4C368CD-C682-D943-A4D6-0354D17FC751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47" r="10" b="-18"/>
          <a:stretch/>
        </p:blipFill>
        <p:spPr bwMode="invGray">
          <a:xfrm flipH="1">
            <a:off x="-1199" y="0"/>
            <a:ext cx="40643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6BA9E4-28E9-834F-ADB2-27CD6E23D18F}"/>
              </a:ext>
            </a:extLst>
          </p:cNvPr>
          <p:cNvSpPr/>
          <p:nvPr userDrawn="1"/>
        </p:nvSpPr>
        <p:spPr>
          <a:xfrm>
            <a:off x="193185" y="190190"/>
            <a:ext cx="1620000" cy="171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6" name="GTS_Purple" descr="Accenture Greater Than symbol in purple">
            <a:extLst>
              <a:ext uri="{FF2B5EF4-FFF2-40B4-BE49-F238E27FC236}">
                <a16:creationId xmlns:a16="http://schemas.microsoft.com/office/drawing/2014/main" id="{572DCFDF-6DE6-6F49-9DC2-9AEA4FFCC88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-313527" y="1958911"/>
            <a:ext cx="4875009" cy="535308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noFill/>
          <a:ln w="38100">
            <a:solidFill>
              <a:schemeClr val="bg1">
                <a:alpha val="41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75B31-CE6C-694A-8D46-180CE3DBF217}"/>
              </a:ext>
            </a:extLst>
          </p:cNvPr>
          <p:cNvSpPr txBox="1"/>
          <p:nvPr userDrawn="1"/>
        </p:nvSpPr>
        <p:spPr>
          <a:xfrm>
            <a:off x="467139" y="657970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SK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0DDE87-DBEB-3245-9F60-8A9A0407E9B8}"/>
              </a:ext>
            </a:extLst>
          </p:cNvPr>
          <p:cNvSpPr txBox="1">
            <a:spLocks/>
          </p:cNvSpPr>
          <p:nvPr userDrawn="1"/>
        </p:nvSpPr>
        <p:spPr>
          <a:xfrm>
            <a:off x="4257583" y="193186"/>
            <a:ext cx="6431881" cy="14166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accent1"/>
                </a:solidFill>
                <a:latin typeface="+mj-lt"/>
              </a:rPr>
              <a:t>PROFESSIONAL BACKGROUND</a:t>
            </a:r>
            <a:endParaRPr lang="en-US" sz="1100" b="0" dirty="0">
              <a:solidFill>
                <a:schemeClr val="accent1"/>
              </a:solidFill>
              <a:latin typeface="+mj-lt"/>
            </a:endParaRPr>
          </a:p>
          <a:p>
            <a:pPr algn="just"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tx1"/>
                </a:solidFill>
                <a:latin typeface="+mn-lt"/>
              </a:rPr>
              <a:t>Sed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egestas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ante et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vulputate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volutpat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eros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semper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est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luctus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metus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augue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faucibus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commodo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quis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gravida id, est. Sed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Praesent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elementum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hendrerit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tortor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semper lorem at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Vestibulum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volutpat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ultrices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sagittis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mi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neque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euismod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dui,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nunc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ornare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nisl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dapibus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fermentum et,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dapibu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  <a:br>
              <a:rPr lang="en-US" sz="1000" b="0" dirty="0">
                <a:solidFill>
                  <a:schemeClr val="tx1"/>
                </a:solidFill>
                <a:latin typeface="+mn-lt"/>
              </a:rPr>
            </a:br>
            <a:r>
              <a:rPr lang="en-US" sz="1000" b="0" dirty="0">
                <a:solidFill>
                  <a:schemeClr val="tx1"/>
                </a:solidFill>
                <a:latin typeface="+mn-lt"/>
              </a:rPr>
              <a:t>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interdum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mollis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lacinia, magna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ullamcorper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laoreet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dolor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vel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DBB176-4979-A84E-90F7-4FAD5473B609}"/>
              </a:ext>
            </a:extLst>
          </p:cNvPr>
          <p:cNvSpPr txBox="1">
            <a:spLocks/>
          </p:cNvSpPr>
          <p:nvPr userDrawn="1"/>
        </p:nvSpPr>
        <p:spPr>
          <a:xfrm>
            <a:off x="171012" y="5630668"/>
            <a:ext cx="1620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C20AC7-DEC4-E54E-9FA3-2A28D2128785}"/>
              </a:ext>
            </a:extLst>
          </p:cNvPr>
          <p:cNvSpPr txBox="1">
            <a:spLocks/>
          </p:cNvSpPr>
          <p:nvPr userDrawn="1"/>
        </p:nvSpPr>
        <p:spPr>
          <a:xfrm>
            <a:off x="242215" y="1727729"/>
            <a:ext cx="3738735" cy="1362220"/>
          </a:xfrm>
          <a:prstGeom prst="rect">
            <a:avLst/>
          </a:prstGeom>
        </p:spPr>
        <p:txBody>
          <a:bodyPr lIns="0" rIns="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 spc="-150" dirty="0">
                <a:latin typeface="+mj-lt"/>
              </a:rPr>
              <a:t>NAME</a:t>
            </a:r>
          </a:p>
          <a:p>
            <a:r>
              <a:rPr lang="en-GB" spc="-150" dirty="0">
                <a:latin typeface="+mj-lt"/>
              </a:rPr>
              <a:t>SURNAME</a:t>
            </a: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E73697-CED6-5F4C-93DC-00311A8625F6}"/>
              </a:ext>
            </a:extLst>
          </p:cNvPr>
          <p:cNvSpPr txBox="1">
            <a:spLocks/>
          </p:cNvSpPr>
          <p:nvPr userDrawn="1"/>
        </p:nvSpPr>
        <p:spPr>
          <a:xfrm>
            <a:off x="4257583" y="2021033"/>
            <a:ext cx="7604274" cy="4544867"/>
          </a:xfrm>
          <a:prstGeom prst="rect">
            <a:avLst/>
          </a:prstGeom>
        </p:spPr>
        <p:txBody>
          <a:bodyPr vert="horz" lIns="0" tIns="0" rIns="0" bIns="0" numCol="2" spcCol="18000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tx1"/>
                </a:solidFill>
                <a:latin typeface="+mj-lt"/>
              </a:rPr>
              <a:t>Lorem ipsum dolor sit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amet</a:t>
            </a:r>
            <a:br>
              <a:rPr lang="en-US" sz="1000" b="1" dirty="0">
                <a:solidFill>
                  <a:schemeClr val="tx1"/>
                </a:solidFill>
                <a:latin typeface="+mj-lt"/>
              </a:rPr>
            </a:b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consectetuer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adipiscing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elit</a:t>
            </a:r>
            <a:br>
              <a:rPr lang="en-US" sz="1000" b="1" dirty="0">
                <a:solidFill>
                  <a:schemeClr val="tx1"/>
                </a:solidFill>
                <a:latin typeface="+mn-lt"/>
              </a:rPr>
            </a:br>
            <a:r>
              <a:rPr lang="en-US" sz="1000" b="0" dirty="0">
                <a:solidFill>
                  <a:schemeClr val="accent1"/>
                </a:solidFill>
                <a:latin typeface="+mn-lt"/>
              </a:rPr>
              <a:t>(Month Year – Month Year)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Responsibilities: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interdum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mollis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lacinia, magna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ullamcorper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laoreet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dolor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vel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nibh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varius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in, lacinia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urna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Etiam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pellentesque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Nunc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ante,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mattis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eget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gravida vitae,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ultricies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Integer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ornare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a, lacinia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vulputate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nisl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Technologies: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Fusce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accumsam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endParaRPr lang="en-US" sz="10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tx1"/>
                </a:solidFill>
                <a:latin typeface="+mj-lt"/>
              </a:rPr>
              <a:t>Lorem ipsum dolor sit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amet</a:t>
            </a:r>
            <a:br>
              <a:rPr lang="en-US" sz="1000" b="1" dirty="0">
                <a:solidFill>
                  <a:schemeClr val="tx1"/>
                </a:solidFill>
                <a:latin typeface="+mj-lt"/>
              </a:rPr>
            </a:b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consectetuer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adipiscing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elit</a:t>
            </a:r>
            <a:br>
              <a:rPr lang="en-US" sz="1000" b="1" dirty="0">
                <a:solidFill>
                  <a:schemeClr val="tx1"/>
                </a:solidFill>
                <a:latin typeface="+mn-lt"/>
              </a:rPr>
            </a:br>
            <a:r>
              <a:rPr lang="en-US" sz="1000" b="0" dirty="0">
                <a:solidFill>
                  <a:schemeClr val="accent1"/>
                </a:solidFill>
                <a:latin typeface="+mn-lt"/>
              </a:rPr>
              <a:t>(Month Year – Month Year)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Responsibilities: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interdum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mollis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lacinia, magna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ullamcorper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laoreet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dolor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vel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nibh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varius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in, lacinia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urna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Etiam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pellentesque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Nunc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ante,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mattis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eget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gravida vitae,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ultricies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Integer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ornare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a, lacinia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vulputate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nisl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Technologies: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Fusce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accumsam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endParaRPr lang="en-US" sz="10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tx1"/>
                </a:solidFill>
                <a:latin typeface="+mj-lt"/>
              </a:rPr>
              <a:t>Lorem ipsum dolor sit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amet</a:t>
            </a:r>
            <a:br>
              <a:rPr lang="en-US" sz="1000" b="1" dirty="0">
                <a:solidFill>
                  <a:schemeClr val="tx1"/>
                </a:solidFill>
                <a:latin typeface="+mj-lt"/>
              </a:rPr>
            </a:b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consectetuer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adipiscing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elit</a:t>
            </a:r>
            <a:br>
              <a:rPr lang="en-US" sz="1000" b="1" dirty="0">
                <a:solidFill>
                  <a:schemeClr val="tx1"/>
                </a:solidFill>
                <a:latin typeface="+mn-lt"/>
              </a:rPr>
            </a:br>
            <a:r>
              <a:rPr lang="en-US" sz="1000" b="0" dirty="0">
                <a:solidFill>
                  <a:schemeClr val="accent1"/>
                </a:solidFill>
                <a:latin typeface="+mn-lt"/>
              </a:rPr>
              <a:t>(Month Year – Month Year)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Responsibilities: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interdum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mollis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lacinia, magna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ullamcorper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laoreet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dolor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vel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nibh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varius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in, lacinia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urna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Etiam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pellentesque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Nunc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ante,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mattis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eget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gravida vitae,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ultricies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Technologies: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Fusce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accumsam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endParaRPr lang="en-US" sz="10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tx1"/>
                </a:solidFill>
                <a:latin typeface="+mj-lt"/>
              </a:rPr>
              <a:t>Lorem ipsum dolor sit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amet</a:t>
            </a:r>
            <a:br>
              <a:rPr lang="en-US" sz="1000" b="1" dirty="0">
                <a:solidFill>
                  <a:schemeClr val="tx1"/>
                </a:solidFill>
                <a:latin typeface="+mj-lt"/>
              </a:rPr>
            </a:b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consectetuer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adipiscing</a:t>
            </a:r>
            <a:r>
              <a:rPr lang="en-US" sz="10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+mj-lt"/>
              </a:rPr>
              <a:t>elit</a:t>
            </a:r>
            <a:br>
              <a:rPr lang="en-US" sz="1000" b="1" dirty="0">
                <a:solidFill>
                  <a:schemeClr val="tx1"/>
                </a:solidFill>
                <a:latin typeface="+mn-lt"/>
              </a:rPr>
            </a:br>
            <a:r>
              <a:rPr lang="en-US" sz="1000" b="0" dirty="0">
                <a:solidFill>
                  <a:schemeClr val="accent1"/>
                </a:solidFill>
                <a:latin typeface="+mn-lt"/>
              </a:rPr>
              <a:t>(Month Year – Month Year)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Responsibilities: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Morbi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interdum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mollis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sapien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Phasellus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lacinia, magna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ullamcorper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laoreet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arcu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pulvinar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risus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vitae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libero dolor 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purus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Sed vel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lacus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nibh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varius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adipiscing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in, lacinia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urna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Etiam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pellentesque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lectus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Nunc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tellus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ante,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mattis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eget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gravida vitae,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ultricies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ac,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Integer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leo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ornare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a, lacinia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eu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vulputate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vel,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nisl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sz="1000" b="0" u="sng" dirty="0">
                <a:solidFill>
                  <a:schemeClr val="tx1"/>
                </a:solidFill>
                <a:latin typeface="+mn-lt"/>
              </a:rPr>
              <a:t>Technologies: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mauris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Fusce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latin typeface="+mn-lt"/>
              </a:rPr>
              <a:t>accumsam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EB0AA4-EB5C-2948-B04A-6B5E1CCE61FC}"/>
              </a:ext>
            </a:extLst>
          </p:cNvPr>
          <p:cNvSpPr txBox="1">
            <a:spLocks/>
          </p:cNvSpPr>
          <p:nvPr userDrawn="1"/>
        </p:nvSpPr>
        <p:spPr>
          <a:xfrm>
            <a:off x="201875" y="3237825"/>
            <a:ext cx="3479642" cy="3902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8338D5D-B012-EE40-A097-898361680FCB}"/>
              </a:ext>
            </a:extLst>
          </p:cNvPr>
          <p:cNvSpPr txBox="1">
            <a:spLocks/>
          </p:cNvSpPr>
          <p:nvPr userDrawn="1"/>
        </p:nvSpPr>
        <p:spPr>
          <a:xfrm>
            <a:off x="2111583" y="628368"/>
            <a:ext cx="1650640" cy="10272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000" b="1" dirty="0" err="1">
                <a:solidFill>
                  <a:schemeClr val="bg1"/>
                </a:solidFill>
                <a:latin typeface="+mj-lt"/>
              </a:rPr>
              <a:t>Danubia</a:t>
            </a:r>
            <a:r>
              <a:rPr lang="en-US" sz="1000" b="1" dirty="0">
                <a:solidFill>
                  <a:schemeClr val="bg1"/>
                </a:solidFill>
                <a:latin typeface="+mj-lt"/>
              </a:rPr>
              <a:t> Advanced Technology Center</a:t>
            </a:r>
          </a:p>
          <a:p>
            <a:pPr>
              <a:lnSpc>
                <a:spcPct val="100000"/>
              </a:lnSpc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Bratislava</a:t>
            </a:r>
            <a:endParaRPr lang="en-US" sz="1000" b="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800" b="0" dirty="0" err="1">
                <a:solidFill>
                  <a:schemeClr val="bg1"/>
                </a:solidFill>
                <a:latin typeface="+mn-lt"/>
              </a:rPr>
              <a:t>Plynarenská</a:t>
            </a:r>
            <a:r>
              <a:rPr lang="en-US" sz="800" b="0" dirty="0">
                <a:solidFill>
                  <a:schemeClr val="bg1"/>
                </a:solidFill>
                <a:latin typeface="+mn-lt"/>
              </a:rPr>
              <a:t> 7/C</a:t>
            </a:r>
          </a:p>
          <a:p>
            <a:pPr>
              <a:lnSpc>
                <a:spcPct val="120000"/>
              </a:lnSpc>
              <a:defRPr/>
            </a:pPr>
            <a:r>
              <a:rPr lang="en-US" sz="800" b="0" dirty="0">
                <a:solidFill>
                  <a:schemeClr val="bg1"/>
                </a:solidFill>
                <a:latin typeface="+mn-lt"/>
              </a:rPr>
              <a:t>821 09 Bratislava</a:t>
            </a:r>
          </a:p>
          <a:p>
            <a:pPr>
              <a:lnSpc>
                <a:spcPct val="120000"/>
              </a:lnSpc>
              <a:defRPr/>
            </a:pPr>
            <a:r>
              <a:rPr lang="en-US" sz="800" b="0" dirty="0">
                <a:solidFill>
                  <a:schemeClr val="bg1"/>
                </a:solidFill>
                <a:latin typeface="+mn-lt"/>
              </a:rPr>
              <a:t>Slovakia</a:t>
            </a:r>
          </a:p>
        </p:txBody>
      </p:sp>
      <p:sp>
        <p:nvSpPr>
          <p:cNvPr id="19" name="GTS_Purple" descr="Accenture Greater Than symbol in purple">
            <a:extLst>
              <a:ext uri="{FF2B5EF4-FFF2-40B4-BE49-F238E27FC236}">
                <a16:creationId xmlns:a16="http://schemas.microsoft.com/office/drawing/2014/main" id="{F2A55A9C-DAE0-BD4E-9ACE-9AEDF8F9E37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111583" y="352734"/>
            <a:ext cx="204603" cy="2246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raphik" panose="020B0503030202060203" pitchFamily="34" charset="77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0122256-8D7F-5B4E-A2B5-7D95F7C92656}"/>
              </a:ext>
            </a:extLst>
          </p:cNvPr>
          <p:cNvSpPr txBox="1">
            <a:spLocks/>
          </p:cNvSpPr>
          <p:nvPr userDrawn="1"/>
        </p:nvSpPr>
        <p:spPr>
          <a:xfrm>
            <a:off x="242215" y="3050976"/>
            <a:ext cx="3479643" cy="2525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+mj-lt"/>
              </a:rPr>
              <a:t>CONTACT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Name.surname@accenture.com</a:t>
            </a:r>
            <a:endParaRPr lang="en-US" sz="1000" b="0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+4219xxxxxxxx</a:t>
            </a:r>
          </a:p>
          <a:p>
            <a:pPr lvl="0">
              <a:lnSpc>
                <a:spcPct val="200000"/>
              </a:lnSpc>
              <a:defRPr/>
            </a:pPr>
            <a:r>
              <a:rPr lang="en-GB" sz="1400" dirty="0">
                <a:solidFill>
                  <a:schemeClr val="bg1"/>
                </a:solidFill>
                <a:latin typeface="+mj-lt"/>
              </a:rPr>
              <a:t>EXPERTISE</a:t>
            </a:r>
            <a:endParaRPr lang="en-GB" sz="12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/>
                </a:solidFill>
                <a:latin typeface="+mj-lt"/>
              </a:rPr>
              <a:t>FUNCTIONAL &amp; TECHNICAL</a:t>
            </a:r>
            <a:endParaRPr lang="en-US" sz="1000" b="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Lorem ipsum dolor sit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amet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consectetuer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adipiscing</a:t>
            </a:r>
            <a:endParaRPr lang="en-US" sz="1000" b="0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elit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. Donec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odio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Quisque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volutpat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mattis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eros.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Nullam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malesuada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erat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ut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turpis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.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Suspendisse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urna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nibh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viverra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non, semper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suscipit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posuere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a,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pede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+mj-lt"/>
              </a:rPr>
              <a:t>CERTIFICATIONS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Donec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nec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justo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eget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felis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000" b="0" dirty="0" err="1">
                <a:solidFill>
                  <a:schemeClr val="bg1"/>
                </a:solidFill>
                <a:latin typeface="+mn-lt"/>
              </a:rPr>
              <a:t>facilisis</a:t>
            </a:r>
            <a:r>
              <a:rPr lang="en-US" sz="1000" b="0" dirty="0">
                <a:solidFill>
                  <a:schemeClr val="bg1"/>
                </a:solidFill>
                <a:latin typeface="+mn-lt"/>
              </a:rPr>
              <a:t> fermentum.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640F267-38E7-4647-95ED-C092FAB02CF3}"/>
              </a:ext>
            </a:extLst>
          </p:cNvPr>
          <p:cNvSpPr txBox="1">
            <a:spLocks/>
          </p:cNvSpPr>
          <p:nvPr userDrawn="1"/>
        </p:nvSpPr>
        <p:spPr>
          <a:xfrm>
            <a:off x="251430" y="5680682"/>
            <a:ext cx="1574321" cy="11773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+mj-lt"/>
              </a:rPr>
              <a:t>INDUSTRIES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Finance &amp; Accounting,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Human Resources,</a:t>
            </a:r>
            <a:br>
              <a:rPr lang="en-US" sz="1000" b="0" dirty="0">
                <a:solidFill>
                  <a:schemeClr val="bg1"/>
                </a:solidFill>
                <a:latin typeface="+mn-lt"/>
              </a:rPr>
            </a:br>
            <a:r>
              <a:rPr lang="en-US" sz="1000" b="0" dirty="0">
                <a:solidFill>
                  <a:schemeClr val="bg1"/>
                </a:solidFill>
                <a:latin typeface="+mn-lt"/>
              </a:rPr>
              <a:t>Call-center,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IT &amp; Telecommunications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7BA6B75-7D44-3E43-B616-92ECD4C166DB}"/>
              </a:ext>
            </a:extLst>
          </p:cNvPr>
          <p:cNvSpPr txBox="1">
            <a:spLocks/>
          </p:cNvSpPr>
          <p:nvPr userDrawn="1"/>
        </p:nvSpPr>
        <p:spPr>
          <a:xfrm>
            <a:off x="2147537" y="5680683"/>
            <a:ext cx="1574321" cy="11773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LANGUAGES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Slovak (native)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German (fluent – C2)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English (fluent – C1)</a:t>
            </a:r>
          </a:p>
        </p:txBody>
      </p:sp>
      <p:sp>
        <p:nvSpPr>
          <p:cNvPr id="23" name="GTS_Purple" descr="Accenture Greater Than symbol in purple">
            <a:extLst>
              <a:ext uri="{FF2B5EF4-FFF2-40B4-BE49-F238E27FC236}">
                <a16:creationId xmlns:a16="http://schemas.microsoft.com/office/drawing/2014/main" id="{DF29D232-9472-A246-905E-A2506BC12C8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483369" y="455499"/>
            <a:ext cx="332931" cy="34573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raphik" panose="020B0503030202060203" pitchFamily="34" charset="77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44C35DE-E051-AC4E-9B27-DE612C7ECB48}"/>
              </a:ext>
            </a:extLst>
          </p:cNvPr>
          <p:cNvSpPr txBox="1">
            <a:spLocks/>
          </p:cNvSpPr>
          <p:nvPr userDrawn="1"/>
        </p:nvSpPr>
        <p:spPr>
          <a:xfrm>
            <a:off x="11338309" y="839715"/>
            <a:ext cx="623050" cy="3457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100" b="1" i="0" u="none" strike="noStrike" kern="1200" dirty="0" err="1">
                <a:effectLst/>
                <a:latin typeface="+mj-lt"/>
                <a:ea typeface="+mj-ea"/>
                <a:cs typeface="+mj-cs"/>
              </a:rPr>
              <a:t>DanubiaATC</a:t>
            </a:r>
            <a:endParaRPr lang="en-GB" sz="1050" b="1" i="0" dirty="0"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CE2F93E-4A13-F04E-8C4D-55D15A6871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747057" y="6565900"/>
            <a:ext cx="4114800" cy="198438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>
              <a:defRPr>
                <a:latin typeface="+mn-lt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sz="600" dirty="0" err="1"/>
              <a:t>Danubia</a:t>
            </a:r>
            <a:r>
              <a:rPr lang="en-GB" sz="600" dirty="0"/>
              <a:t> Advanced Technology </a:t>
            </a:r>
            <a:r>
              <a:rPr lang="en-GB" sz="600" dirty="0" err="1"/>
              <a:t>Center</a:t>
            </a:r>
            <a:r>
              <a:rPr lang="en-GB" sz="600" dirty="0"/>
              <a:t>, Bratislava, </a:t>
            </a:r>
            <a:r>
              <a:rPr lang="en-GB" sz="600" dirty="0" err="1"/>
              <a:t>Plynarenská</a:t>
            </a:r>
            <a:r>
              <a:rPr lang="en-GB" sz="600" dirty="0"/>
              <a:t> 7/C, 821 09 Bratislava, Slovakia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EB69A4-92CC-514D-8641-34592D68A13F}"/>
              </a:ext>
            </a:extLst>
          </p:cNvPr>
          <p:cNvSpPr/>
          <p:nvPr userDrawn="1"/>
        </p:nvSpPr>
        <p:spPr>
          <a:xfrm>
            <a:off x="4257583" y="1566027"/>
            <a:ext cx="2340513" cy="46281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>
              <a:lnSpc>
                <a:spcPct val="200000"/>
              </a:lnSpc>
            </a:pPr>
            <a:r>
              <a:rPr lang="sk-SK" sz="1400" b="1" dirty="0">
                <a:solidFill>
                  <a:schemeClr val="accent1"/>
                </a:solidFill>
                <a:latin typeface="+mj-lt"/>
              </a:rPr>
              <a:t>PROJECT  EXPERIENCE</a:t>
            </a:r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1" r:id="rId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ccenture Gradient Dark">
            <a:extLst>
              <a:ext uri="{FF2B5EF4-FFF2-40B4-BE49-F238E27FC236}">
                <a16:creationId xmlns:a16="http://schemas.microsoft.com/office/drawing/2014/main" id="{73E86665-60E5-4145-AC9F-FE5E63D99AE9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47" r="10" b="-18"/>
          <a:stretch/>
        </p:blipFill>
        <p:spPr bwMode="invGray">
          <a:xfrm flipH="1">
            <a:off x="-203144" y="-105271"/>
            <a:ext cx="4064399" cy="6858000"/>
          </a:xfrm>
          <a:prstGeom prst="rect">
            <a:avLst/>
          </a:prstGeom>
        </p:spPr>
      </p:pic>
      <p:sp>
        <p:nvSpPr>
          <p:cNvPr id="16" name="GTS_Purple" descr="Accenture Greater Than symbol in purple">
            <a:extLst>
              <a:ext uri="{FF2B5EF4-FFF2-40B4-BE49-F238E27FC236}">
                <a16:creationId xmlns:a16="http://schemas.microsoft.com/office/drawing/2014/main" id="{269B8237-1267-8A4D-BB11-0089C59669F4}"/>
              </a:ext>
            </a:extLst>
          </p:cNvPr>
          <p:cNvSpPr>
            <a:spLocks noChangeAspect="1"/>
          </p:cNvSpPr>
          <p:nvPr/>
        </p:nvSpPr>
        <p:spPr bwMode="auto">
          <a:xfrm>
            <a:off x="-313527" y="1958911"/>
            <a:ext cx="4875009" cy="535308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noFill/>
          <a:ln w="38100">
            <a:solidFill>
              <a:schemeClr val="bg1">
                <a:alpha val="41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D9EC7-763B-0140-AFEC-FA173499920A}"/>
              </a:ext>
            </a:extLst>
          </p:cNvPr>
          <p:cNvSpPr txBox="1"/>
          <p:nvPr/>
        </p:nvSpPr>
        <p:spPr>
          <a:xfrm>
            <a:off x="467139" y="657970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SK" noProof="0" dirty="0"/>
          </a:p>
        </p:txBody>
      </p:sp>
      <p:sp>
        <p:nvSpPr>
          <p:cNvPr id="6" name="GTS_Purple" descr="Accenture Greater Than symbol in purple">
            <a:extLst>
              <a:ext uri="{FF2B5EF4-FFF2-40B4-BE49-F238E27FC236}">
                <a16:creationId xmlns:a16="http://schemas.microsoft.com/office/drawing/2014/main" id="{E45AC205-D5A2-5C43-9B6A-5E02F7E3A51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470728" y="455499"/>
            <a:ext cx="332931" cy="34573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raphik" panose="020B0503030202060203" pitchFamily="34" charset="77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6F90A8-72F1-1F45-8FF0-F800A1338C3A}"/>
              </a:ext>
            </a:extLst>
          </p:cNvPr>
          <p:cNvSpPr txBox="1">
            <a:spLocks/>
          </p:cNvSpPr>
          <p:nvPr userDrawn="1"/>
        </p:nvSpPr>
        <p:spPr>
          <a:xfrm>
            <a:off x="11338309" y="839715"/>
            <a:ext cx="623050" cy="3457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100" dirty="0"/>
              <a:t>Italy </a:t>
            </a:r>
            <a:r>
              <a:rPr lang="en-GB" sz="1100" b="1" i="0" u="none" strike="noStrike" kern="1200" dirty="0">
                <a:effectLst/>
                <a:ea typeface="+mj-ea"/>
                <a:cs typeface="+mj-cs"/>
              </a:rPr>
              <a:t>ATC</a:t>
            </a:r>
            <a:endParaRPr lang="en-GB" sz="1050" b="1" i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313AA7-2D87-BE4E-8B70-23D1E6A4CD13}"/>
              </a:ext>
            </a:extLst>
          </p:cNvPr>
          <p:cNvSpPr txBox="1">
            <a:spLocks/>
          </p:cNvSpPr>
          <p:nvPr/>
        </p:nvSpPr>
        <p:spPr>
          <a:xfrm>
            <a:off x="4257583" y="193185"/>
            <a:ext cx="6816817" cy="22090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accent1"/>
                </a:solidFill>
                <a:latin typeface="+mj-lt"/>
              </a:rPr>
              <a:t>PROFESSIONAL BACKGROUND</a:t>
            </a:r>
            <a:endParaRPr lang="en-US" sz="1100" b="0" dirty="0">
              <a:solidFill>
                <a:schemeClr val="accent1"/>
              </a:solidFill>
              <a:latin typeface="+mj-lt"/>
            </a:endParaRPr>
          </a:p>
          <a:p>
            <a:pPr algn="just">
              <a:lnSpc>
                <a:spcPct val="120000"/>
              </a:lnSpc>
              <a:defRPr/>
            </a:pPr>
            <a:r>
              <a:rPr lang="en-US" sz="1000" b="0" dirty="0"/>
              <a:t>{{BACKGROUND}}</a:t>
            </a:r>
          </a:p>
          <a:p>
            <a:pPr algn="just">
              <a:lnSpc>
                <a:spcPct val="120000"/>
              </a:lnSpc>
              <a:defRPr/>
            </a:pPr>
            <a:endParaRPr lang="en-US" sz="1000" b="0" dirty="0">
              <a:solidFill>
                <a:srgbClr val="FF7800"/>
              </a:solidFill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D2E9B0-D0A5-2540-9AC4-DB391138E020}"/>
              </a:ext>
            </a:extLst>
          </p:cNvPr>
          <p:cNvSpPr txBox="1">
            <a:spLocks/>
          </p:cNvSpPr>
          <p:nvPr/>
        </p:nvSpPr>
        <p:spPr>
          <a:xfrm>
            <a:off x="171012" y="5630668"/>
            <a:ext cx="1620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209C03F-B117-D249-95F7-E80C36EC2009}"/>
              </a:ext>
            </a:extLst>
          </p:cNvPr>
          <p:cNvSpPr txBox="1">
            <a:spLocks/>
          </p:cNvSpPr>
          <p:nvPr/>
        </p:nvSpPr>
        <p:spPr>
          <a:xfrm>
            <a:off x="4266274" y="2982774"/>
            <a:ext cx="7604274" cy="3727894"/>
          </a:xfrm>
          <a:prstGeom prst="rect">
            <a:avLst/>
          </a:prstGeom>
        </p:spPr>
        <p:txBody>
          <a:bodyPr vert="horz" lIns="0" tIns="0" rIns="0" bIns="0" numCol="2" spcCol="18000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tx1"/>
                </a:solidFill>
                <a:latin typeface="+mn-lt"/>
              </a:rPr>
              <a:t>{{ESPERIENZE}}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58A8126-5E80-584F-B068-3218BAB5D91A}"/>
              </a:ext>
            </a:extLst>
          </p:cNvPr>
          <p:cNvSpPr txBox="1">
            <a:spLocks/>
          </p:cNvSpPr>
          <p:nvPr/>
        </p:nvSpPr>
        <p:spPr>
          <a:xfrm>
            <a:off x="242215" y="3050976"/>
            <a:ext cx="3479643" cy="2525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+mj-lt"/>
              </a:rPr>
              <a:t>CONTACT</a:t>
            </a:r>
          </a:p>
          <a:p>
            <a:pPr>
              <a:lnSpc>
                <a:spcPct val="120000"/>
              </a:lnSpc>
              <a:defRPr/>
            </a:pPr>
            <a:r>
              <a:rPr lang="it-IT" sz="1000" b="0" dirty="0">
                <a:solidFill>
                  <a:schemeClr val="bg1"/>
                </a:solidFill>
              </a:rPr>
              <a:t>giovanni.basile</a:t>
            </a:r>
            <a:r>
              <a:rPr lang="en-US" sz="1000" b="0" dirty="0">
                <a:solidFill>
                  <a:schemeClr val="bg1"/>
                </a:solidFill>
              </a:rPr>
              <a:t>@accenture.com</a:t>
            </a:r>
          </a:p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en-GB" sz="1400" dirty="0">
                <a:solidFill>
                  <a:schemeClr val="bg1"/>
                </a:solidFill>
                <a:latin typeface="+mj-lt"/>
              </a:rPr>
              <a:t>EXPERTISE</a:t>
            </a:r>
            <a:endParaRPr lang="en-GB" sz="12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/>
                </a:solidFill>
                <a:latin typeface="+mj-lt"/>
              </a:rPr>
              <a:t>FUNCTIONAL &amp; TECHNICAL </a:t>
            </a:r>
            <a:endParaRPr lang="en-US" sz="1000" b="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  <a:latin typeface="+mn-lt"/>
              </a:rPr>
              <a:t>{{COMPETENZE}}  {{TECNOLOGIE}}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03F6D3-202B-CA46-A008-3DF8881C5E20}"/>
              </a:ext>
            </a:extLst>
          </p:cNvPr>
          <p:cNvSpPr txBox="1">
            <a:spLocks/>
          </p:cNvSpPr>
          <p:nvPr/>
        </p:nvSpPr>
        <p:spPr>
          <a:xfrm>
            <a:off x="201875" y="3237825"/>
            <a:ext cx="3479642" cy="3902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9B8C219-BB2E-D844-A4BE-9CBEED4794A9}"/>
              </a:ext>
            </a:extLst>
          </p:cNvPr>
          <p:cNvSpPr txBox="1">
            <a:spLocks/>
          </p:cNvSpPr>
          <p:nvPr/>
        </p:nvSpPr>
        <p:spPr>
          <a:xfrm>
            <a:off x="201875" y="478489"/>
            <a:ext cx="1869367" cy="10272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100" dirty="0">
                <a:solidFill>
                  <a:schemeClr val="bg1"/>
                </a:solidFill>
              </a:rPr>
              <a:t>Italy Advanced Technology Center – Cloud First / DATA &amp;AI</a:t>
            </a:r>
          </a:p>
          <a:p>
            <a:pPr>
              <a:lnSpc>
                <a:spcPct val="100000"/>
              </a:lnSpc>
              <a:defRPr/>
            </a:pPr>
            <a:endParaRPr lang="en-US" sz="1100" b="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</a:rPr>
              <a:t>Centro </a:t>
            </a:r>
            <a:r>
              <a:rPr lang="en-US" sz="1000" b="0" dirty="0" err="1">
                <a:solidFill>
                  <a:schemeClr val="bg1"/>
                </a:solidFill>
              </a:rPr>
              <a:t>Direzionale</a:t>
            </a:r>
            <a:r>
              <a:rPr lang="en-US" sz="1000" b="0" dirty="0">
                <a:solidFill>
                  <a:schemeClr val="bg1"/>
                </a:solidFill>
              </a:rPr>
              <a:t>, Naples,  Italy</a:t>
            </a:r>
            <a:endParaRPr lang="en-US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GTS_Purple" descr="Accenture Greater Than symbol in purple">
            <a:extLst>
              <a:ext uri="{FF2B5EF4-FFF2-40B4-BE49-F238E27FC236}">
                <a16:creationId xmlns:a16="http://schemas.microsoft.com/office/drawing/2014/main" id="{86404409-A148-B64F-B7FD-00C2B488842F}"/>
              </a:ext>
            </a:extLst>
          </p:cNvPr>
          <p:cNvSpPr>
            <a:spLocks noChangeAspect="1"/>
          </p:cNvSpPr>
          <p:nvPr/>
        </p:nvSpPr>
        <p:spPr bwMode="auto">
          <a:xfrm>
            <a:off x="201875" y="140918"/>
            <a:ext cx="204603" cy="2246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raphik" panose="020B0503030202060203" pitchFamily="34" charset="77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B1E816B2-185F-5B41-9767-D82C7DA0F3D7}"/>
              </a:ext>
            </a:extLst>
          </p:cNvPr>
          <p:cNvSpPr txBox="1">
            <a:spLocks/>
          </p:cNvSpPr>
          <p:nvPr/>
        </p:nvSpPr>
        <p:spPr>
          <a:xfrm>
            <a:off x="536684" y="5497254"/>
            <a:ext cx="1833412" cy="11773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LANGUAGES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</a:rPr>
              <a:t>Italian (native)</a:t>
            </a:r>
          </a:p>
          <a:p>
            <a:pPr>
              <a:lnSpc>
                <a:spcPct val="120000"/>
              </a:lnSpc>
              <a:defRPr/>
            </a:pPr>
            <a:r>
              <a:rPr lang="en-US" sz="1000" b="0" dirty="0">
                <a:solidFill>
                  <a:schemeClr val="bg1"/>
                </a:solidFill>
              </a:rPr>
              <a:t>English (advanced – C1)</a:t>
            </a:r>
          </a:p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8D6CD-25B2-A148-9DD1-03CF34BF3F33}"/>
              </a:ext>
            </a:extLst>
          </p:cNvPr>
          <p:cNvSpPr/>
          <p:nvPr/>
        </p:nvSpPr>
        <p:spPr>
          <a:xfrm>
            <a:off x="4257583" y="2519955"/>
            <a:ext cx="2340513" cy="46281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>
              <a:lnSpc>
                <a:spcPct val="200000"/>
              </a:lnSpc>
            </a:pPr>
            <a:r>
              <a:rPr lang="sk-SK" sz="1400" b="1" dirty="0">
                <a:solidFill>
                  <a:schemeClr val="accent1"/>
                </a:solidFill>
                <a:latin typeface="+mj-lt"/>
              </a:rPr>
              <a:t>PROJECT  EXPERIENCE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B01D83-5D70-FD4B-82A8-569B9CE139AA}"/>
              </a:ext>
            </a:extLst>
          </p:cNvPr>
          <p:cNvSpPr txBox="1">
            <a:spLocks/>
          </p:cNvSpPr>
          <p:nvPr/>
        </p:nvSpPr>
        <p:spPr>
          <a:xfrm>
            <a:off x="242215" y="1692584"/>
            <a:ext cx="3738735" cy="1362220"/>
          </a:xfrm>
          <a:prstGeom prst="rect">
            <a:avLst/>
          </a:prstGeom>
        </p:spPr>
        <p:txBody>
          <a:bodyPr lIns="0" rIns="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it-IT" spc="-150" dirty="0">
                <a:latin typeface="+mj-lt"/>
              </a:rPr>
              <a:t>{{Nome}}</a:t>
            </a:r>
            <a:endParaRPr lang="en-GB" spc="-150" dirty="0">
              <a:latin typeface="+mj-lt"/>
            </a:endParaRPr>
          </a:p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{{</a:t>
            </a:r>
            <a:r>
              <a:rPr lang="en-US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titolo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096577F-379B-4494-BD72-A9A7C21AAE87}"/>
              </a:ext>
            </a:extLst>
          </p:cNvPr>
          <p:cNvSpPr txBox="1">
            <a:spLocks/>
          </p:cNvSpPr>
          <p:nvPr/>
        </p:nvSpPr>
        <p:spPr>
          <a:xfrm>
            <a:off x="2059717" y="5497253"/>
            <a:ext cx="1833412" cy="11773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Graphik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INDUSTRIES</a:t>
            </a:r>
          </a:p>
          <a:p>
            <a:pPr>
              <a:lnSpc>
                <a:spcPct val="120000"/>
              </a:lnSpc>
              <a:defRPr/>
            </a:pPr>
            <a:endParaRPr lang="en-US" sz="1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874670"/>
      </p:ext>
    </p:extLst>
  </p:cSld>
  <p:clrMapOvr>
    <a:masterClrMapping/>
  </p:clrMapOvr>
</p:sld>
</file>

<file path=ppt/theme/theme1.xml><?xml version="1.0" encoding="utf-8"?>
<a:theme xmlns:a="http://schemas.openxmlformats.org/drawingml/2006/main" name="DAT CV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Technology_PPT_Tmplt_Arial_210323.potx" id="{592DD930-6E92-46F6-99EB-A17D8AA2E22C}" vid="{9D49343F-4531-4EFD-A92F-77F7D68CAE2E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9a2a8e5d124666e2538b67f30f51233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d9f5f6a5d20fcf25c775a326508939f4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Props1.xml><?xml version="1.0" encoding="utf-8"?>
<ds:datastoreItem xmlns:ds="http://schemas.openxmlformats.org/officeDocument/2006/customXml" ds:itemID="{0CA3FBE3-978C-413C-9A50-675B0AC08A55}"/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schemas.microsoft.com/office/2006/documentManagement/types"/>
    <ds:schemaRef ds:uri="0c996f47-dcb3-45be-a188-e55b74001a6b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dcde4bc9-889c-44b8-ae31-35d610ff0c96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Acc_PPT_IMP_Tmplt_Technology_Arial_20210324</Template>
  <TotalTime>246</TotalTime>
  <Words>65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Graphik</vt:lpstr>
      <vt:lpstr>Times New Roman</vt:lpstr>
      <vt:lpstr>DAT CV Template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DATC CV</dc:title>
  <dc:subject>Accenture CV PowerPoint Template 16x9</dc:subject>
  <dc:creator>Balzano, Salvatore</dc:creator>
  <cp:keywords/>
  <dc:description/>
  <cp:lastModifiedBy>Ruta, Antonio</cp:lastModifiedBy>
  <cp:revision>45</cp:revision>
  <cp:lastPrinted>2020-11-17T04:05:48Z</cp:lastPrinted>
  <dcterms:created xsi:type="dcterms:W3CDTF">2021-09-29T13:16:10Z</dcterms:created>
  <dcterms:modified xsi:type="dcterms:W3CDTF">2025-10-21T10:24:57Z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