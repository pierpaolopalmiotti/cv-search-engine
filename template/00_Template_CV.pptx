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7FFFD3CB_64F5486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png"/><Relationship Id="rId2" Type="http://schemas.openxmlformats.org/officeDocument/2006/relationships/tags" Target="../tags/tag2.xml"/><Relationship Id="rId16" Type="http://schemas.microsoft.com/office/2018/10/relationships/comments" Target="../comments/modernComment_7FFFD3CB_64F54868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701403"/>
            <a:ext cx="1319859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/>
            </a:pPr>
            <a:r>
              <a:rPr lang="it-IT" altLang="ja-JP" sz="900" i="1" kern="0" dirty="0">
                <a:solidFill>
                  <a:srgbClr val="000000"/>
                </a:solidFill>
                <a:latin typeface="Graphik" panose="020B0503030202060203" pitchFamily="34" charset="0"/>
              </a:rPr>
              <a:t>{{SKILLS1}}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{{BACKGROUND}}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/>
            <a:r>
              <a:rPr lang="it-IT" sz="900" kern="0" dirty="0">
                <a:solidFill>
                  <a:srgbClr val="000000"/>
                </a:solidFill>
                <a:latin typeface="Graphik" panose="020B0503030202060203" pitchFamily="34" charset="0"/>
                <a:ea typeface="Arial Unicode MS" pitchFamily="34" charset="-128"/>
              </a:rPr>
              <a:t>{{ESPERIENZE}}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{{RUOLO}}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/>
            </a:pPr>
            <a:r>
              <a:rPr lang="it-IT" altLang="ja-JP" sz="900" i="1" kern="0" dirty="0">
                <a:solidFill>
                  <a:srgbClr val="000000"/>
                </a:solidFill>
                <a:latin typeface="Graphik" panose="020B0503030202060203" pitchFamily="34" charset="0"/>
              </a:rPr>
              <a:t>{{LINGUE}}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  <p:sp>
        <p:nvSpPr>
          <p:cNvPr id="2" name="Rectangle 11">
            <a:extLst>
              <a:ext uri="{FF2B5EF4-FFF2-40B4-BE49-F238E27FC236}">
                <a16:creationId xmlns:a16="http://schemas.microsoft.com/office/drawing/2014/main" id="{BA645E77-05F9-21FB-E773-2F125EAD9FA0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657658" y="4701403"/>
            <a:ext cx="1319859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/>
            </a:pPr>
            <a:r>
              <a:rPr lang="it-IT" altLang="ja-JP" sz="900" i="1" kern="0" dirty="0">
                <a:solidFill>
                  <a:srgbClr val="000000"/>
                </a:solidFill>
                <a:latin typeface="Graphik" panose="020B0503030202060203" pitchFamily="34" charset="0"/>
              </a:rPr>
              <a:t>{{SKILLS2}}</a:t>
            </a:r>
          </a:p>
        </p:txBody>
      </p:sp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6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2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6</cp:revision>
  <dcterms:created xsi:type="dcterms:W3CDTF">2025-11-27T11:25:21Z</dcterms:created>
  <dcterms:modified xsi:type="dcterms:W3CDTF">2026-02-19T21:40:45Z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